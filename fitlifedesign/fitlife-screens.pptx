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FitLife — home workouts for time-poor beginners. Mobile-first at 390px plus a desktop set. Precision-instrument aesthetic: dark canvas, glow, glass.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mobile core: Landing gets them started with one orange CTA. Onboarding asks one question per screen, lime selection. Today is the hero — the gradient progress ring with the streak at its centre.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Workout view is built for mid-exercise glances: big demo image, quiet numbered steps, one Done button. Complete is a quiet celebration. History shows the streak large with an eight-week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desktop set keeps the same system: split hero landing, centered onboarding with a 2x2 option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gets a sidebar and puts the ring beside the workout card. Workout view splits: demo photo left, instructions 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stays a quiet centered moment even at desktop width. History pairs the enormous lime streak and chart with the sessions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mark: a target ring with one luminous lime dot — today's target. Shown as mark, lockup, and small sizes.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2026-07-31T02:47:10Z</dcterms:created>
  <dcterms:modified xsi:type="dcterms:W3CDTF">2026-07-31T02:47:10Z</dcterms:modified>
</cp:coreProperties>
</file>